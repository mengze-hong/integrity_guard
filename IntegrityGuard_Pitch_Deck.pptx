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54864" cy="1463040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IntegrityGuard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学术论文提交前完整性保障系统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自动检测引用造假 · 数据异常 · 格式缺陷 · 写作问题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Desk Reject，保护学术声誉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114800"/>
            <a:ext cx="1097280" cy="320040"/>
          </a:xfrm>
          <a:prstGeom prst="rect">
            <a:avLst>
              <a:gd name="adj" fmla="val 5714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Stable</a:t>
            </a:r>
            <a:endParaRPr lang="en-US" sz="1000" dirty="0"/>
          </a:p>
        </p:txBody>
      </p:sp>
      <p:pic>
        <p:nvPicPr>
          <p:cNvPr id="9" name="Image 0" descr="C:\Users\mengzehong\Desktop\integrity-assurance\screenshots_new\02_homepag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840480" cy="36576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学术论文提交的「最后一公里」问题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每年数百万篇论文因可避免的低级错误被 Desk Reject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128016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引用造假/错误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无法解析、作者姓氏不匹配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被撤回论文仍被引用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4023360" cy="12801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数据异常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过于整齐 (p-hacking)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数值与表格不一致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023360" cy="1280160"/>
          </a:xfrm>
          <a:prstGeom prst="rect">
            <a:avLst/>
          </a:prstGeom>
          <a:solidFill>
            <a:srgbClr val="E0E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格式缺陷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孤立引用、重复 label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匿名化不完整 (double-blind)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4023360" cy="12801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496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痕迹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em-dash 过多、套话堆砌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遗留 prompt 痕迹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六道检查门，全方位守护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LLM-based 双引擎，宁可错杀不放过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文件结构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完整性验证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2148840"/>
            <a:ext cx="640080" cy="0"/>
          </a:xfrm>
          <a:prstGeom prst="line">
            <a:avLst/>
          </a:prstGeom>
          <a:noFill/>
          <a:ln w="19050">
            <a:solidFill>
              <a:srgbClr val="00C4B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03120" y="1737360"/>
            <a:ext cx="822960" cy="822960"/>
          </a:xfrm>
          <a:prstGeom prst="ellipse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引用匹配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cite↔bib 一致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2148840"/>
            <a:ext cx="640080" cy="0"/>
          </a:xfrm>
          <a:prstGeom prst="line">
            <a:avLst/>
          </a:prstGeom>
          <a:noFill/>
          <a:ln w="19050">
            <a:solidFill>
              <a:srgbClr val="00C4B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566160" y="1737360"/>
            <a:ext cx="822960" cy="822960"/>
          </a:xfrm>
          <a:prstGeom prst="ellipse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引文真实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Crossref/S2 交叉验证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2148840"/>
            <a:ext cx="640080" cy="0"/>
          </a:xfrm>
          <a:prstGeom prst="line">
            <a:avLst/>
          </a:prstGeom>
          <a:noFill/>
          <a:ln w="19050">
            <a:solidFill>
              <a:srgbClr val="00C4B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29200" y="1737360"/>
            <a:ext cx="822960" cy="822960"/>
          </a:xfrm>
          <a:prstGeom prst="ellipse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图表引用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正文引用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2148840"/>
            <a:ext cx="640080" cy="0"/>
          </a:xfrm>
          <a:prstGeom prst="line">
            <a:avLst/>
          </a:prstGeom>
          <a:noFill/>
          <a:ln w="19050">
            <a:solidFill>
              <a:srgbClr val="00C4B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数据完整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Benford/p-value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2148840"/>
            <a:ext cx="640080" cy="0"/>
          </a:xfrm>
          <a:prstGeom prst="line">
            <a:avLst/>
          </a:prstGeom>
          <a:noFill/>
          <a:ln w="19050">
            <a:solidFill>
              <a:srgbClr val="00C4B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955280" y="1737360"/>
            <a:ext cx="822960" cy="822960"/>
          </a:xfrm>
          <a:prstGeom prst="ellipse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8096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写作质量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AI痕迹/匿名化</a:t>
            </a:r>
            <a:endParaRPr lang="en-US" sz="900" dirty="0"/>
          </a:p>
        </p:txBody>
      </p:sp>
      <p:pic>
        <p:nvPicPr>
          <p:cNvPr id="33" name="Image 0" descr="C:\Users\mengzehong\Desktop\integrity-assurance\screenshots_new\03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0"/>
            <a:ext cx="7680960" cy="1828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一键质检，即时反馈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8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Overleaf 导出的 ZIP 即可开始</a:t>
            </a:r>
            <a:endParaRPr lang="en-US" sz="1200" dirty="0"/>
          </a:p>
          <a:p>
            <a:pPr marL="342900" indent="-342900">
              <a:lnSpc>
                <a:spcPct val="18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道检查门自动运行，实时进度展示</a:t>
            </a:r>
            <a:endParaRPr lang="en-US" sz="1200" dirty="0"/>
          </a:p>
          <a:p>
            <a:pPr marL="342900" indent="-342900">
              <a:lnSpc>
                <a:spcPct val="18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83/100 评分体系，通过/未通过一目了然</a:t>
            </a:r>
            <a:endParaRPr lang="en-US" sz="1200" dirty="0"/>
          </a:p>
          <a:p>
            <a:pPr marL="342900" indent="-342900">
              <a:lnSpc>
                <a:spcPct val="18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错误/警告分级，优先修复关键问题</a:t>
            </a:r>
            <a:endParaRPr lang="en-US" sz="1200" dirty="0"/>
          </a:p>
          <a:p>
            <a:pPr marL="342900" indent="-342900">
              <a:lnSpc>
                <a:spcPct val="18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分享链接给导师，协同审阅</a:t>
            </a:r>
            <a:endParaRPr lang="en-US" sz="1200" dirty="0"/>
          </a:p>
        </p:txBody>
      </p:sp>
      <p:pic>
        <p:nvPicPr>
          <p:cNvPr id="4" name="Image 0" descr="C:\Users\mengzehong\Desktop\integrity-assurance\screenshots_new\03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74320"/>
            <a:ext cx="4206240" cy="4572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智能工作台：编辑 + 修复一体化</a:t>
            </a:r>
            <a:endParaRPr lang="en-US" sz="2400" dirty="0"/>
          </a:p>
        </p:txBody>
      </p:sp>
      <p:pic>
        <p:nvPicPr>
          <p:cNvPr id="3" name="Image 0" descr="C:\Users\mengzehong\Desktop\integrity-assurance\screenshots_new\05_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0233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74320" y="4617720"/>
            <a:ext cx="36576" cy="411480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4617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编辑器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语法高亮 + 自动补全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68880" y="4617720"/>
            <a:ext cx="36576" cy="411480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8" name="Text 5"/>
          <p:cNvSpPr/>
          <p:nvPr/>
        </p:nvSpPr>
        <p:spPr>
          <a:xfrm>
            <a:off x="2606040" y="4617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问题面板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0604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按文件分组，一键跳转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4617720"/>
            <a:ext cx="36576" cy="411480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4617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修复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060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生成修复建议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58000" y="4617720"/>
            <a:ext cx="36576" cy="411480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14" name="Text 11"/>
          <p:cNvSpPr/>
          <p:nvPr/>
        </p:nvSpPr>
        <p:spPr>
          <a:xfrm>
            <a:off x="6995160" y="4617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整理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9516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格式化 + 排序 + 去重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核心能力矩阵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引文真实性验证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 + Semantic Scholar + OpenAlex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三源交叉验证，检测假 DOI/假作者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 定律检测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实验数据首位数字分布分析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识别数据编造和 p-hacking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65176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痕迹检测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em-dash/en-dash 频率、套话密度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遗留 prompt 痕迹扫描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265176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BibTeX 智能整理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按引用顺序排序、去重、格式化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分离未引用条目到 unused.bib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1089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108960"/>
            <a:ext cx="26517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747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匿名化检查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Double-blind 合规检测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作者姓名/自引/metadata 泄露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1089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10896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0936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修复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分析问题生成修复代码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一键获取官方 Bib 替换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37160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单页应用 · CodeMirror 编辑器 · 响应式设计 · 深色模式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137160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0116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RESTful · 异步处理 · Rate Limiting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137160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检查引擎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926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6-Gate Pipeline · Rule-based + LLM · 并行执行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0480"/>
            <a:ext cx="137160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840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 · Semantic Scholar · OpenAlex · LLM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· FastAPI · Docker · Playwright · Node.js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3716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论文已检查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2011680" cy="13716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检查维度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13716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检测规则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2011680" cy="13716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外部验证源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支持顶会格式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0876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18120" y="3383280"/>
            <a:ext cx="91440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781812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功能完成度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核心检查引擎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4507992"/>
            <a:ext cx="5486400" cy="1371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Shape 33"/>
          <p:cNvSpPr/>
          <p:nvPr/>
        </p:nvSpPr>
        <p:spPr>
          <a:xfrm>
            <a:off x="2377440" y="4507992"/>
            <a:ext cx="521208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4434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编辑器 &amp; 工作台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4828032"/>
            <a:ext cx="5486400" cy="1371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7"/>
          <p:cNvSpPr/>
          <p:nvPr/>
        </p:nvSpPr>
        <p:spPr>
          <a:xfrm>
            <a:off x="2377440" y="4828032"/>
            <a:ext cx="54864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修复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377440" y="5148072"/>
            <a:ext cx="5486400" cy="1371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Shape 41"/>
          <p:cNvSpPr/>
          <p:nvPr/>
        </p:nvSpPr>
        <p:spPr>
          <a:xfrm>
            <a:off x="2377440" y="5148072"/>
            <a:ext cx="466344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0" y="5074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用户系统 &amp; 付费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77440" y="5468112"/>
            <a:ext cx="5486400" cy="1371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Shape 45"/>
          <p:cNvSpPr/>
          <p:nvPr/>
        </p:nvSpPr>
        <p:spPr>
          <a:xfrm>
            <a:off x="2377440" y="5468112"/>
            <a:ext cx="109728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5394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产品路线图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1031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97280"/>
            <a:ext cx="21031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09728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6-Gate 检查引擎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智能整理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修复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1031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21031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0" name="Shape 8"/>
          <p:cNvSpPr/>
          <p:nvPr/>
        </p:nvSpPr>
        <p:spPr>
          <a:xfrm>
            <a:off x="2697480" y="1371600"/>
            <a:ext cx="1097280" cy="320040"/>
          </a:xfrm>
          <a:prstGeom prst="rect">
            <a:avLst/>
          </a:prstGeom>
          <a:solidFill>
            <a:srgbClr val="0052D9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用户系统 &amp; 登录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付费集成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自动化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对比视图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1031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21031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71600"/>
            <a:ext cx="109728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团队/导师模式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批量检查 API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集成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数据库迁移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1097280"/>
            <a:ext cx="21031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1097280"/>
            <a:ext cx="21031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1371600"/>
            <a:ext cx="109728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78040" y="19202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公开发布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多语言支持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插件生态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企业版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371600"/>
            <a:ext cx="1463040" cy="45720"/>
          </a:xfrm>
          <a:prstGeom prst="rect">
            <a:avLst/>
          </a:prstGeom>
          <a:solidFill>
            <a:srgbClr val="00C4B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让每一篇论文</a:t>
            </a:r>
            <a:endParaRPr lang="en-US" sz="3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都经得起审查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IntegrityGuard — 学术诚信的最后一道防线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840480"/>
            <a:ext cx="1645920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立即体验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3840480"/>
            <a:ext cx="16459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8B9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联系我们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localhost:8000  |  📧 integrity@example.com  |  💬 企业微信群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IntegrityGuard - Academic Paper Integrity Assurance</dc:title>
  <dc:subject>PptxGenJS Presentation</dc:subject>
  <dc:creator>IntegrityGuard Team</dc:creator>
  <cp:lastModifiedBy>IntegrityGuard Team</cp:lastModifiedBy>
  <cp:revision>1</cp:revision>
  <dcterms:created xsi:type="dcterms:W3CDTF">2026-05-28T09:59:21Z</dcterms:created>
  <dcterms:modified xsi:type="dcterms:W3CDTF">2026-05-28T09:59:21Z</dcterms:modified>
</cp:coreProperties>
</file>